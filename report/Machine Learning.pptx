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5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9753600" cy="7315200"/>
  <p:notesSz cx="6858000" cy="9144000"/>
  <p:embeddedFontLst>
    <p:embeddedFont>
      <p:font typeface="Lato" panose="020F0502020204030203" pitchFamily="34" charset="0"/>
      <p:regular r:id="rId32"/>
      <p:bold r:id="rId33"/>
      <p:italic r:id="rId34"/>
      <p:boldItalic r:id="rId35"/>
    </p:embeddedFont>
    <p:embeddedFont>
      <p:font typeface="Lato Bold" panose="020F0502020204030203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2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534" autoAdjust="0"/>
    <p:restoredTop sz="94622" autoAdjust="0"/>
  </p:normalViewPr>
  <p:slideViewPr>
    <p:cSldViewPr>
      <p:cViewPr varScale="1">
        <p:scale>
          <a:sx n="65" d="100"/>
          <a:sy n="65" d="100"/>
        </p:scale>
        <p:origin x="62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40550" y="424977"/>
            <a:ext cx="2173043" cy="652367"/>
            <a:chOff x="0" y="0"/>
            <a:chExt cx="2897391" cy="8698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97378" cy="869823"/>
            </a:xfrm>
            <a:custGeom>
              <a:avLst/>
              <a:gdLst/>
              <a:ahLst/>
              <a:cxnLst/>
              <a:rect l="l" t="t" r="r" b="b"/>
              <a:pathLst>
                <a:path w="2897378" h="869823">
                  <a:moveTo>
                    <a:pt x="0" y="0"/>
                  </a:moveTo>
                  <a:lnTo>
                    <a:pt x="2897378" y="0"/>
                  </a:lnTo>
                  <a:lnTo>
                    <a:pt x="2897378" y="869823"/>
                  </a:lnTo>
                  <a:lnTo>
                    <a:pt x="0" y="869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31990" y="2657370"/>
            <a:ext cx="7963775" cy="876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2"/>
              </a:lnSpc>
            </a:pPr>
            <a:r>
              <a:rPr lang="en-US" sz="3160" b="1">
                <a:solidFill>
                  <a:srgbClr val="C00000"/>
                </a:solidFill>
                <a:latin typeface="Lato Bold"/>
                <a:ea typeface="Lato Bold"/>
                <a:cs typeface="Lato Bold"/>
                <a:sym typeface="Lato Bold"/>
              </a:rPr>
              <a:t>KNOWLEDGE GRAPH EMBEDDINGS AND NEURAL FACTORIZATION MACHINES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1990" y="3553255"/>
            <a:ext cx="8791081" cy="404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786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FOR PREDICTING DRUG-TARGET INTERACTIONS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5690" y="4311511"/>
            <a:ext cx="8060075" cy="638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55"/>
              </a:lnSpc>
              <a:spcBef>
                <a:spcPct val="0"/>
              </a:spcBef>
            </a:pPr>
            <a:r>
              <a:rPr lang="en-US" sz="1380" b="1">
                <a:solidFill>
                  <a:srgbClr val="C00000"/>
                </a:solidFill>
                <a:latin typeface="Lato Bold"/>
                <a:ea typeface="Lato Bold"/>
                <a:cs typeface="Lato Bold"/>
                <a:sym typeface="Lato Bold"/>
              </a:rPr>
              <a:t>Course: Machine Learning &amp; Data Mining (IT3191E) — Group 15</a:t>
            </a:r>
          </a:p>
          <a:p>
            <a:pPr algn="ctr">
              <a:lnSpc>
                <a:spcPts val="1655"/>
              </a:lnSpc>
              <a:spcBef>
                <a:spcPct val="0"/>
              </a:spcBef>
            </a:pPr>
            <a:r>
              <a:rPr lang="en-US" sz="1380" b="1">
                <a:solidFill>
                  <a:srgbClr val="C00000"/>
                </a:solidFill>
                <a:latin typeface="Lato Bold"/>
                <a:ea typeface="Lato Bold"/>
                <a:cs typeface="Lato Bold"/>
                <a:sym typeface="Lato Bold"/>
              </a:rPr>
              <a:t>Instructor: Dr. Le Duc Hau</a:t>
            </a:r>
          </a:p>
          <a:p>
            <a:pPr algn="ctr">
              <a:lnSpc>
                <a:spcPts val="1655"/>
              </a:lnSpc>
              <a:spcBef>
                <a:spcPct val="0"/>
              </a:spcBef>
            </a:pPr>
            <a:r>
              <a:rPr lang="en-US" sz="1380" b="1">
                <a:solidFill>
                  <a:srgbClr val="C00000"/>
                </a:solidFill>
                <a:latin typeface="Lato Bold"/>
                <a:ea typeface="Lato Bold"/>
                <a:cs typeface="Lato Bold"/>
                <a:sym typeface="Lato Bold"/>
              </a:rPr>
              <a:t>Cao Van Dong  | Luong Ngoc Vu Long| Pham Thanh Phong | Nguyen Ngoc Minh Hieu | Trinh Luong Viet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19" y="0"/>
            <a:ext cx="9751161" cy="731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B10C60-5386-6AF7-F5D8-C8428F0833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367"/>
            <a:ext cx="9753580" cy="731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45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BB4D2B-781D-9238-79CA-0D281B5593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1AE05F-A288-C2FC-3E66-2E547C12E2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868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0DCA54-30D7-8654-162B-273ABC79D6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125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BC63ED-B2D1-9FAC-DD10-8448A2476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532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745991-5B32-F5B9-1636-9C31030F95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9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D28950-DC05-28E6-A2D0-DD370CE692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44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654D21-4861-21C6-00BB-031A1E6D2B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38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F4FA8D-2526-E044-3596-DC1C097A66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094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08745C-DF84-3246-ACC2-D86C06742E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811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CD2085-7134-CB3C-32B3-9950532CCD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24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CF51D8-80F5-1581-DA1D-1CFD572B7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98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B39B72-EB0E-465F-8566-F9CA76E4C0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592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17F3EB-28A0-4450-593D-DE338DC99D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16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42DACB-A2E6-373D-193D-209E3AD8F3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75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4F4E0D-78D7-41FE-B720-B9BA5C004F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675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45C63B-306E-77A9-E177-098CDC2674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33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CA0D64-D644-D209-D824-C82BCD0C1B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316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0FF232-2573-7A55-1C4B-A7F9958695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3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553AA1-8368-894D-69C3-73F148DAE6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61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4F1FE3-0F42-0A0C-3370-DCE4CB35C8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44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868307-5C2E-ADDF-6B77-2AD8BB1F3B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811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C70EE9-DE9A-20DB-E266-7708BFBB68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6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A984E5-F4A7-EC7A-A80A-3216CC2922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9043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1AD619-1BBB-D096-CBDA-FB690D3B9C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346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E593A4-20DA-2B39-CE88-8BD3F571F4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56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789BAB-304D-0505-D247-F5720FA84B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412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2B9A20-F202-B4C2-6AB6-4C9F5E9279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14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EB14C2-7084-2A7B-21A0-2B9AC54802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24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6350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 baseline="-25000" smtClean="0">
            <a:ln>
              <a:solidFill>
                <a:sysClr val="windowText" lastClr="000000"/>
              </a:solidFill>
            </a:ln>
            <a:solidFill>
              <a:sysClr val="windowText" lastClr="000000"/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mtClean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52</Words>
  <Application>Microsoft Office PowerPoint</Application>
  <PresentationFormat>Custom</PresentationFormat>
  <Paragraphs>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Lato Bold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cp:lastModifiedBy>Trinh Luong Viet 20236012</cp:lastModifiedBy>
  <cp:revision>15</cp:revision>
  <dcterms:created xsi:type="dcterms:W3CDTF">2006-08-16T00:00:00Z</dcterms:created>
  <dcterms:modified xsi:type="dcterms:W3CDTF">2026-06-26T13:58:42Z</dcterms:modified>
  <dc:identifier>DAHMdWZ_6xs</dc:identifier>
</cp:coreProperties>
</file>